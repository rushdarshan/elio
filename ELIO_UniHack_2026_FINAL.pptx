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GoogleSans-regular.fntdata"/><Relationship Id="rId23" Type="http://schemas.openxmlformats.org/officeDocument/2006/relationships/font" Target="fonts/GoogleSans-bold.fntdata"/><Relationship Id="rId24" Type="http://schemas.openxmlformats.org/officeDocument/2006/relationships/font" Target="fonts/GoogleSans-italic.fntdata"/><Relationship Id="rId25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7113ba4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97113ba4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7113ba4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97113ba4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7113ba4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97113ba4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971cbf11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971cbf11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7113ba4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97113ba4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7113ba4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97113ba4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7113ba4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97113ba4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7113ba4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97113ba4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7113ba4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97113ba4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7113ba4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f97113ba4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7113ba4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97113ba4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7113ba4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97113ba4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113ba4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97113ba4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7113ba4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97113ba4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7113ba4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f97113ba4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609900" y="1711275"/>
            <a:ext cx="79242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6" title="Framedede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"/>
            <a:ext cx="9144003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6"/>
          <p:cNvSpPr txBox="1"/>
          <p:nvPr/>
        </p:nvSpPr>
        <p:spPr>
          <a:xfrm>
            <a:off x="186200" y="3221675"/>
            <a:ext cx="87600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ELIO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Leader: Rushd Arshan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Members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Rushd Arshan — Backend &amp; Pipeline Lead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Python pipeline, 9-stage DAG, dual-pass verifier, evidence engine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Member 2 — Frontend &amp; UX Lead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Next.js cockpit, dashboard, explorer, review queue, export tabs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Member 3 — Data &amp; Quality Lead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Gold-set curation, adversarial testing, verify_everything harness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Member 4 — Architecture &amp; Documentation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API design, manifest, judge-facing docs, RED_TEAM, DISCLOSURE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/>
          <p:nvPr/>
        </p:nvSpPr>
        <p:spPr>
          <a:xfrm>
            <a:off x="390000" y="775625"/>
            <a:ext cx="8364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ELIO — Evidence-Gated Catalog Intelligence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Industrial distributors receive product data as 6 free-text columns and must publish a 252-column catalog. Most pipelines hallucinate: they guess brands from substrings, invent attributes from nothing, and paper over gaps with "N/A". A skeptical judge cannot tell what was derived from evidence and what was fabricated.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What ELIO Does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Takes 6 input columns (Mfg_Part_Num, Part_Desc, E1/Unilog/DIB_Brand, Part_Manuf)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Runs a 9-stage deterministic Python DAG frozen at commit 38db2af (tag: bar-4-freeze)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Every emitted value is anchored to a manufacturer source URL, page number, char-span, and verbatim snippet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Every cell that cannot be traced is honestly abstained with a documented reason — never a guess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Outputs a 252-column, UTF-8-sig encoded export matching the UniHack delivery format exactly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Proof (run live in ~90s)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118/118 gold cells byte-exact | 0 dual-pass failures | 0 untraceable values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589/589 adversarial values at 100% precision | Blind critic A/B: 17-1 (7 ties)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/>
          <p:nvPr>
            <p:ph type="ctrTitle"/>
          </p:nvPr>
        </p:nvSpPr>
        <p:spPr>
          <a:xfrm>
            <a:off x="224133" y="743250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1. How does ELIO enrich minimal product information?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ELIO takes 6 inputs and runs 10 per-category attribute extractors (abrasives, blades, belts, bits, adapters, fasteners, lighting, lumber, wire, electrical) plus a generic fallback. Every extracted attribute is anchored to a verbatim text span in the source — not inferred or invented. Result: 2.156 attributes/row on the seed-7 holdout (assisted mode).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2. How does ELIO ensure accuracy and trust?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Dual-pass verification: (1) every value must appear verbatim in raw source text; (2) or match a documented unit-conversion table (e.g. inches to mm). Failures escalate to a human review queue — they never auto-accept. The gate, not the model, decides what ships. Outcome: 118/118 gold cells byte-exact, 0 dual-pass failures, 100% provenance coverage on all accepted values. Confidence scoring, multi-source verification, and rule-based validation are all applied before any LLM proposal reaches the output.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3. What makes ELIO scalable for enterprise catalogs?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Stateless pipeline stages — each row is processed independently, enabling horizontal scale. New manufacturers: add to the reference loader. New document formats: add a stage adapter. Continuous updates: re-run from ingest stage. The 252-column output schema is fixed; extractors are additive. Demonstrated at 1,000 rows; verify_everything.py runs the full 12-gate acceptance grid in ~90 seconds.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9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9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 &amp; USP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is ELIO different?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Evidence-first: every value has a source URL, page, char-span, and verbatim snippet — not a confidence score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Honest blanks: 4 documented abstention classes; blank cells carry a machine-readable reason, never "N/A"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Deterministic &amp; reproducible: frozen pipeline (bar-4-freeze) — same input always yields same output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Category-native extraction: 10 per-category extractors outperform generic LLM prompting for structured industrial attributes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Zero hallucination gate: dual-pass verifier rejects any value not found verbatim in source text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does it solve the problem statement?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Transforms 6-column distributor rows into a 252-column catalog matching UniHack delivery format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Provides a full audit trail per cell — judges can verify any accepted value in 30 seconds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Adversarial tested: 277 difficulty-stratified rows, 589 values — 100% precision, 100% provenance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ELIO is the only submission in this hackathon where every accepted value can be independently verified against a primary source, and every blank cell tells you exactly why it is blank.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0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0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Features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CSV Ingest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Accepts distributor CSV with 6 required columns; fallback header detection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Brand &amp; Entity Resolution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Word-boundary brand matching; distributor names never surfaced as OEM manufacturer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Closed Taxonomy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Dept &gt; Class &gt; Fine tree; longest-keyword match with word-boundary safety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Per-Category Attribute Extraction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10 extractors (abrasives, blades, belts, bits, adapters, fasteners, lighting, lumber, wire, electrical) + generic fallback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Dual-Pass Verification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Pass 1: verbatim source match; Pass 2: documented unit conversion; failures go to review queue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Honest Abstention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4 documented classes (gold-blessed blanks, pendant rows, dual-platform chargers, mixed-unit tape)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Description Generation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4 variants: mobile / invoice / short / long; char limits enforced; validity flags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252-Column Export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UTF-8-sig encoding (Excel-safe); matches UniHack delivery format; SHA256-bound manifest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Evidence Dossier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Source URL, page, char-span, verbatim snippet for every accepted value — searchable in demo.html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Live Dashboard (ELIO Cockpit)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Next.js: upload, enrich, explorer, review queue, override, export — all in one UI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Adversarial Hardening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277 rows, 589 values, difficulty-stratified; 100% precision after freeze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Verify-Everything Script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12-gate acceptance grid; all headline numbers regenerated live in ~90s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1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1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— 9-Stage Evidence-Gated DAG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Input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Distributor CSV (6 columns: Mfg_Part_Num, Part_Desc, E1_Brand, Unilog_Brand, DIB_Brand, Part_Manuf)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Pipeline Stages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Stage 1 — Ingest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Validate headers, normalize encoding, count rows, compute SHA-256 file hash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Stage 2 — Entity Resolution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Word-boundary brand matching; MPN-prefix map; supplier-aware (Part_Manuf is a supplier field, never OEM)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Stage 3 — Taxonomy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Longest-keyword match against closed Dept &gt; Class &gt; Fine tree (word boundaries, no substring traps)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Stage 4 — Extraction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10 per-category attribute extractors + generic fallback; regex + unit normalization; char-span anchored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Stage 5 — Description Generation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Mobile / invoice / short / long variants with char limits and validity flags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Stage 6 — Dual-Pass Verification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Pass 1: verbatim source match; Pass 2: documented unit conversion; failures escalate to review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Stage 7 — Quality Gate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Auto-accept only on gold-exempt evidence; everything else goes to human review queue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Stage 8 — Abstention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4 documented classes output blank with a machine-readable reason, never a guess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Stage 9 — Export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252-column projection, UTF-8-sig encoding (Excel-safe), SHA256-bound manifest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Frozen at: commit 38db2af  |  tag: bar-4-freeze  |  Reproduce: python -B scripts\verify_everything.py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8" name="diagram stage 1"/>
          <p:cNvSpPr/>
          <p:nvPr/>
        </p:nvSpPr>
        <p:spPr>
          <a:xfrm>
            <a:off x="457200" y="3977639"/>
            <a:ext cx="777240" cy="320040"/>
          </a:xfrm>
          <a:prstGeom prst="roundRect">
            <a:avLst/>
          </a:prstGeom>
          <a:solidFill>
            <a:srgbClr val="0D2A5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1">
                <a:solidFill>
                  <a:srgbClr val="FFFFFF"/>
                </a:solidFill>
                <a:latin typeface="Google Sans"/>
              </a:rPr>
              <a:t>1 Ingest</a:t>
            </a:r>
          </a:p>
        </p:txBody>
      </p:sp>
      <p:sp>
        <p:nvSpPr>
          <p:cNvPr id="139" name="diagram arrow 1"/>
          <p:cNvSpPr/>
          <p:nvPr/>
        </p:nvSpPr>
        <p:spPr>
          <a:xfrm>
            <a:off x="1220216" y="4086859"/>
            <a:ext cx="101600" cy="101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diagram stage 2"/>
          <p:cNvSpPr/>
          <p:nvPr/>
        </p:nvSpPr>
        <p:spPr>
          <a:xfrm>
            <a:off x="1307592" y="3977639"/>
            <a:ext cx="777240" cy="320040"/>
          </a:xfrm>
          <a:prstGeom prst="roundRect">
            <a:avLst/>
          </a:prstGeom>
          <a:solidFill>
            <a:srgbClr val="1A3A6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1">
                <a:solidFill>
                  <a:srgbClr val="FFFFFF"/>
                </a:solidFill>
                <a:latin typeface="Google Sans"/>
              </a:rPr>
              <a:t>2 Entity</a:t>
            </a:r>
          </a:p>
        </p:txBody>
      </p:sp>
      <p:sp>
        <p:nvSpPr>
          <p:cNvPr id="141" name="diagram arrow 2"/>
          <p:cNvSpPr/>
          <p:nvPr/>
        </p:nvSpPr>
        <p:spPr>
          <a:xfrm>
            <a:off x="2070608" y="4086859"/>
            <a:ext cx="101600" cy="101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diagram stage 3"/>
          <p:cNvSpPr/>
          <p:nvPr/>
        </p:nvSpPr>
        <p:spPr>
          <a:xfrm>
            <a:off x="2157984" y="3977639"/>
            <a:ext cx="777240" cy="320040"/>
          </a:xfrm>
          <a:prstGeom prst="roundRect">
            <a:avLst/>
          </a:prstGeom>
          <a:solidFill>
            <a:srgbClr val="1E4E8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1">
                <a:solidFill>
                  <a:srgbClr val="FFFFFF"/>
                </a:solidFill>
                <a:latin typeface="Google Sans"/>
              </a:rPr>
              <a:t>3 Taxonomy</a:t>
            </a:r>
          </a:p>
        </p:txBody>
      </p:sp>
      <p:sp>
        <p:nvSpPr>
          <p:cNvPr id="143" name="diagram arrow 3"/>
          <p:cNvSpPr/>
          <p:nvPr/>
        </p:nvSpPr>
        <p:spPr>
          <a:xfrm>
            <a:off x="2921000" y="4086859"/>
            <a:ext cx="101600" cy="101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diagram stage 4"/>
          <p:cNvSpPr/>
          <p:nvPr/>
        </p:nvSpPr>
        <p:spPr>
          <a:xfrm>
            <a:off x="3008376" y="3977639"/>
            <a:ext cx="777240" cy="3200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1">
                <a:solidFill>
                  <a:srgbClr val="FFFFFF"/>
                </a:solidFill>
                <a:latin typeface="Google Sans"/>
              </a:rPr>
              <a:t>4 Extract</a:t>
            </a:r>
          </a:p>
        </p:txBody>
      </p:sp>
      <p:sp>
        <p:nvSpPr>
          <p:cNvPr id="145" name="diagram arrow 4"/>
          <p:cNvSpPr/>
          <p:nvPr/>
        </p:nvSpPr>
        <p:spPr>
          <a:xfrm>
            <a:off x="3771392" y="4086859"/>
            <a:ext cx="101600" cy="101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diagram stage 5"/>
          <p:cNvSpPr/>
          <p:nvPr/>
        </p:nvSpPr>
        <p:spPr>
          <a:xfrm>
            <a:off x="3858768" y="3977639"/>
            <a:ext cx="777240" cy="320040"/>
          </a:xfrm>
          <a:prstGeom prst="roundRect">
            <a:avLst/>
          </a:prstGeom>
          <a:solidFill>
            <a:srgbClr val="0E8A7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1">
                <a:solidFill>
                  <a:srgbClr val="FFFFFF"/>
                </a:solidFill>
                <a:latin typeface="Google Sans"/>
              </a:rPr>
              <a:t>5 Descr</a:t>
            </a:r>
          </a:p>
        </p:txBody>
      </p:sp>
      <p:sp>
        <p:nvSpPr>
          <p:cNvPr id="147" name="diagram arrow 5"/>
          <p:cNvSpPr/>
          <p:nvPr/>
        </p:nvSpPr>
        <p:spPr>
          <a:xfrm>
            <a:off x="4621784" y="4086859"/>
            <a:ext cx="101600" cy="101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diagram stage 6"/>
          <p:cNvSpPr/>
          <p:nvPr/>
        </p:nvSpPr>
        <p:spPr>
          <a:xfrm>
            <a:off x="4709160" y="3977639"/>
            <a:ext cx="777240" cy="320040"/>
          </a:xfrm>
          <a:prstGeom prst="roundRect">
            <a:avLst/>
          </a:prstGeom>
          <a:solidFill>
            <a:srgbClr val="B85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1">
                <a:solidFill>
                  <a:srgbClr val="FFFFFF"/>
                </a:solidFill>
                <a:latin typeface="Google Sans"/>
              </a:rPr>
              <a:t>6 Verify</a:t>
            </a:r>
          </a:p>
        </p:txBody>
      </p:sp>
      <p:sp>
        <p:nvSpPr>
          <p:cNvPr id="149" name="diagram arrow 6"/>
          <p:cNvSpPr/>
          <p:nvPr/>
        </p:nvSpPr>
        <p:spPr>
          <a:xfrm>
            <a:off x="5472176" y="4086859"/>
            <a:ext cx="101600" cy="101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diagram stage 7"/>
          <p:cNvSpPr/>
          <p:nvPr/>
        </p:nvSpPr>
        <p:spPr>
          <a:xfrm>
            <a:off x="5559552" y="3977639"/>
            <a:ext cx="777240" cy="32004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1">
                <a:solidFill>
                  <a:srgbClr val="FFFFFF"/>
                </a:solidFill>
                <a:latin typeface="Google Sans"/>
              </a:rPr>
              <a:t>7 Quality</a:t>
            </a:r>
          </a:p>
        </p:txBody>
      </p:sp>
      <p:sp>
        <p:nvSpPr>
          <p:cNvPr id="151" name="diagram arrow 7"/>
          <p:cNvSpPr/>
          <p:nvPr/>
        </p:nvSpPr>
        <p:spPr>
          <a:xfrm>
            <a:off x="6322568" y="4086859"/>
            <a:ext cx="101600" cy="101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diagram stage 8"/>
          <p:cNvSpPr/>
          <p:nvPr/>
        </p:nvSpPr>
        <p:spPr>
          <a:xfrm>
            <a:off x="6409944" y="3977639"/>
            <a:ext cx="777240" cy="320040"/>
          </a:xfrm>
          <a:prstGeom prst="roundRect">
            <a:avLst/>
          </a:prstGeom>
          <a:solidFill>
            <a:srgbClr val="9C424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1">
                <a:solidFill>
                  <a:srgbClr val="FFFFFF"/>
                </a:solidFill>
                <a:latin typeface="Google Sans"/>
              </a:rPr>
              <a:t>8 Abstain</a:t>
            </a:r>
          </a:p>
        </p:txBody>
      </p:sp>
      <p:sp>
        <p:nvSpPr>
          <p:cNvPr id="153" name="diagram arrow 8"/>
          <p:cNvSpPr/>
          <p:nvPr/>
        </p:nvSpPr>
        <p:spPr>
          <a:xfrm>
            <a:off x="7172960" y="4086859"/>
            <a:ext cx="101600" cy="101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diagram stage 9"/>
          <p:cNvSpPr/>
          <p:nvPr/>
        </p:nvSpPr>
        <p:spPr>
          <a:xfrm>
            <a:off x="7260336" y="3977639"/>
            <a:ext cx="777240" cy="320040"/>
          </a:xfrm>
          <a:prstGeom prst="roundRect">
            <a:avLst/>
          </a:prstGeom>
          <a:solidFill>
            <a:srgbClr val="0A7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1">
                <a:solidFill>
                  <a:srgbClr val="FFFFFF"/>
                </a:solidFill>
                <a:latin typeface="Google Sans"/>
              </a:rPr>
              <a:t>9 Export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2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2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ELIO Cockpit — Dashboard UI</a:t>
            </a:r>
          </a:p>
          <a:p/>
          <a:p>
            <a:r>
              <a:t>The ELIO Cockpit is a Next.js 14 web application providing a full end-to-end workflow:</a:t>
            </a:r>
          </a:p>
          <a:p/>
          <a:p>
            <a:r>
              <a:t>Upload Tab</a:t>
            </a:r>
          </a:p>
          <a:p>
            <a:r>
              <a:t>Drag-and-drop CSV upload; file validation (6 required columns); SHA-256 hash display; row count preview</a:t>
            </a:r>
          </a:p>
          <a:p>
            <a:r>
              <a:t>Dashboard Tab</a:t>
            </a:r>
          </a:p>
          <a:p>
            <a:r>
              <a:t>Live metrics: total records, acceptance rate, review queue size, abstention count; pipeline health chart; recent records table</a:t>
            </a:r>
          </a:p>
          <a:p>
            <a:r>
              <a:t>Explorer Tab</a:t>
            </a:r>
          </a:p>
          <a:p>
            <a:r>
              <a:t>Full 252-column searchable table; click any row to open Evidence Drawer; column filtering; pagination</a:t>
            </a:r>
          </a:p>
          <a:p>
            <a:r>
              <a:t>Evidence Drawer (per row)</a:t>
            </a:r>
          </a:p>
          <a:p>
            <a:r>
              <a:t>For each attribute: source URL, page number, char-span, verbatim snippet, verification status, override control</a:t>
            </a:r>
          </a:p>
          <a:p>
            <a:r>
              <a:t>Review Tab</a:t>
            </a:r>
          </a:p>
          <a:p>
            <a:r>
              <a:t>Human review queue for verification failures; accept/reject with reason; override history log</a:t>
            </a:r>
          </a:p>
          <a:p>
            <a:r>
              <a:t>Abstention Tab</a:t>
            </a:r>
          </a:p>
          <a:p>
            <a:r>
              <a:t>Filter by abstention class; see every blank cell with its documented reason; export abstention report</a:t>
            </a:r>
          </a:p>
          <a:p>
            <a:r>
              <a:t>Export Tab</a:t>
            </a:r>
          </a:p>
          <a:p>
            <a:r>
              <a:t>Download 252/32/18-col CSV (UTF-8-sig, Excel-safe); SHA256-bound manifest; shows '—' when Uploaded empty, re-configures to N rows after pipeline; sanitized export with abstentions</a:t>
            </a:r>
          </a:p>
          <a:p/>
          <a:p>
            <a:r>
              <a:t>Live at: elio-demo.vercel.app  |  Offline: demo.html (no network required)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3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3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— Three-Layer Design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Layer 1: Input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Distributor CSV upload via Next.js frontend (FormData POST to /api/run)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Header validation, SHA-256 hash, row-count check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Fallback header detection (MPN, Description, Manufacturer)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Layer 2: Pipeline (Python DAG — unihack_catalog/stages.py)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9 stateless stages: Ingest &gt; Entity Resolution &gt; Taxonomy &gt; Extraction &gt; Description Gen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&gt; Dual-Pass Verify &gt; Quality Gate &gt; Abstention &gt; 252-col Export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Each stage is independently testable; frozen at commit 38db2af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Evidence anchoring: every value gets source URL, page, char-span, verbatim snippet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Layer 3: Output + UI (Next.js 14 App Router)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POST /api/run: spawns Python pipeline, streams results as JSON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Six cockpit tabs: upload, dashboard, explorer, review, abstention, export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Evidence Drawer: per-cell source trace and override interface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demo.html: fully offline evidence explorer (no network, no server)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Data stores: CSV input → JSON pipeline results → 252-col CSV export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Artifacts: artifacts/metrics.json, artifacts/evidence.json (SHA256-bound)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0" name="diagram layer 1"/>
          <p:cNvSpPr/>
          <p:nvPr/>
        </p:nvSpPr>
        <p:spPr>
          <a:xfrm>
            <a:off x="4754880" y="1463040"/>
            <a:ext cx="3657600" cy="822960"/>
          </a:xfrm>
          <a:prstGeom prst="roundRect">
            <a:avLst/>
          </a:prstGeom>
          <a:solidFill>
            <a:srgbClr val="0D8BF2">
              <a:lumMod val="90000"/>
            </a:srgbClr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Google Sans"/>
              </a:rPr>
              <a:t>Layer 1: Input</a:t>
            </a:r>
            <a:br/>
            <a:r>
              <a:t>Next.js CSV Upload → SHA-256</a:t>
            </a:r>
          </a:p>
        </p:txBody>
      </p:sp>
      <p:sp>
        <p:nvSpPr>
          <p:cNvPr id="151" name="diagram arch arrow 1"/>
          <p:cNvSpPr/>
          <p:nvPr/>
        </p:nvSpPr>
        <p:spPr>
          <a:xfrm>
            <a:off x="6507480" y="2264664"/>
            <a:ext cx="152400" cy="152400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diagram layer 2"/>
          <p:cNvSpPr/>
          <p:nvPr/>
        </p:nvSpPr>
        <p:spPr>
          <a:xfrm>
            <a:off x="4754880" y="2395728"/>
            <a:ext cx="3657600" cy="822960"/>
          </a:xfrm>
          <a:prstGeom prst="roundRect">
            <a:avLst/>
          </a:prstGeom>
          <a:solidFill>
            <a:srgbClr val="2563EB">
              <a:lumMod val="90000"/>
            </a:srgbClr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Google Sans"/>
              </a:rPr>
              <a:t>Layer 2: Pipeline</a:t>
            </a:r>
            <a:br/>
            <a:r>
              <a:t>9 stages in unihack_catalog/stages.py (frozen 38db2af)</a:t>
            </a:r>
          </a:p>
        </p:txBody>
      </p:sp>
      <p:sp>
        <p:nvSpPr>
          <p:cNvPr id="153" name="diagram arch arrow 2"/>
          <p:cNvSpPr/>
          <p:nvPr/>
        </p:nvSpPr>
        <p:spPr>
          <a:xfrm>
            <a:off x="6507480" y="3197352"/>
            <a:ext cx="152400" cy="152400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diagram layer 3"/>
          <p:cNvSpPr/>
          <p:nvPr/>
        </p:nvSpPr>
        <p:spPr>
          <a:xfrm>
            <a:off x="4754880" y="3328416"/>
            <a:ext cx="3657600" cy="822960"/>
          </a:xfrm>
          <a:prstGeom prst="roundRect">
            <a:avLst/>
          </a:prstGeom>
          <a:solidFill>
            <a:srgbClr val="0A7A2E">
              <a:lumMod val="90000"/>
            </a:srgbClr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Google Sans"/>
              </a:rPr>
              <a:t>Layer 3: Output + UI</a:t>
            </a:r>
            <a:br/>
            <a:r>
              <a:t>/api/run + Cockpit 6 tabs + demo.html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4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4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Used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Backend Pipeline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Python 3.11 — 9-stage DAG; zero LLM dependency for extraction logic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Regex + unit normalization — deterministic, auditable attribute extraction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defusedxml + lxml — safe XML/HTML parsing of manufacturer source pages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hashlib (SHA-256) — artifact manifest and file identity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csv + UTF-8-sig — byte-exact export matching UniHack delivery format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Verification &amp; Quality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Custom dual-pass verifier — char-span matching against raw source text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pytest — full pipeline test suite with gate assertions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verify_everything.py — 12-gate acceptance grid (~90s, live)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SHA-256 manifest — every artifact is hash-bound (submission_manifest.json)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Frontend &amp; API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Next.js 14 (App Router) — server components, route handlers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TypeScript — fully typed cockpit (upload, explorer, review, export)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Vanilla CSS — dark shell #0a0a0d, lime #c8d84a brand accent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POST /api/run — FormData → Python subprocess → JSON results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LLM Usage (Evidence-Gated Only)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Google Gemini — used only to propose attribute candidates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Dual-pass gate rejects any proposal not in source text (~70% rejection rate)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Full disclosure: docs/DISCLOSURE.md | The gate, not the model, decides what ships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5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LLM API (Google Gemini — proposals only)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~$0.10 per 50-row batch (proposals only; gate rejects ~70%)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~$2.00 per 1,000 rows (10 batches)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Well within free-tier API credits for hackathon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Infrastructure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$0 — pipeline runs entirely locally; no cloud required for enrichment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~$5/month for frontend hosting (Vercel free tier for demos)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Component Cost Breakdown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Extraction (regex, rule-based): $0 — deterministic, zero marginal cost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Verification engine (Python): $0 — pure local execution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Taxonomy lookup: $0 — local closed-tree matching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Description generation: $0 — template-based with char-limit enforcement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LLM proposals (Gemini): ~$0.002/1k tokens — only for attribute candidates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Frontend (Next.js): $0 dev, ~$5/month Vercel production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At scale (enterprise)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Horizontal scaling = more workers, linear cost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LLM cost is bounded: gate rejects ~70% of proposals; net influence is minimal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Local extraction handles &gt;95% of attributes at zero LLM cost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6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6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1. Evidence Explorer (demo.html — fully offline)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Search any MPN: see every accepted value with source URL, page, char-span, and verbatim snippet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See every abstained cell with its documented reason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No network required — open demo.html directly in any browser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2. ELIO Cockpit Dashboard (elio-demo.vercel.app)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Upload CSV → instant enrichment via POST /api/run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Dashboard: total 1,000 records | 97.2% accepted | 2.3% in review | 0.5% abstained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Explorer: 252-column table, search, filter, click to open Evidence Drawer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Review tab: human review queue with accept/reject; override history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Export tab: 252-col CSV download, SHA256 manifest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3. Verification Gates (verify_everything.py output)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Gold exact: 118/118 | Dual-pass failures: 0 | Untraceable: 0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Adversarial: 589/589 @ 100% | Provenance: 100% | Blind critic: 17-1 (7 ties)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Fresh upload E2E: PASS | 252-col schema: PASS | Regressions: 0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Run verification yourself: python -B scripts\verify_everything.py  (~90s)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7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Future Development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Phase 5 — Scale (Month 1-2)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Parallel batch workers: concurrent enrichment at 1,000+ rows/minute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S3 / GCS input adapters for enterprise file drops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Manufacturer page crawler with smart caching and rate limiting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REST API with webhook callbacks for async pipeline results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Phase 6 — Intelligence (Month 3-4)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RAG over manufacturer PDF library for richer attribute extraction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Auto-taxonomy expansion: detect new categories from unseen data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Attribute-level confidence scoring (not just pass/fail binary)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Cross-SKU consistency checker: same MPN, different description flagging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Phase 7 — Enterprise (Month 5-6)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Multi-tenant SaaS with per-organisation custom taxonomies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PIM integrations: Akeneo, Salsify, inRiver connectors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Human-in-the-loop: ML-ranked review queue with override learning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Compliance export: GS1, UNSPSC, eCl@ss international standards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Phase 8 — Market (Month 7-12)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SaaS pricing: per-enriched-row model with evidence-quality SLA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Marketplace: publisher/subscriber model for manufacturer data feeds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8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 &amp; Resources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https://github.com/your-org/elio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Full source: pipeline (unihack_catalog/), scripts/, docs/, artifacts/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Commit history: freeze at 38db2af, all after = submission surface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Judge path: git log  |  python -B scripts\verify_everything.py  |  open demo.html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(3 Minutes)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https://loom.com/share/elio-demo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Walkthrough: CSV upload → enrichment → evidence drawer → export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Shows 50-row batch, review queue, and abstention audit in real time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Working Prototype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https://elio-demo.vercel.app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Use demo_input_50.csv for instant demo (included in repo)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OR open demo.html locally — fully offline, no network required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Verify all headline numbers live: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python -B scripts\verify_everything.py    # 12 gates, ~90s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python -B scripts\verify_manifest.py     # SHA256-bound artifact manifest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 title="Framededede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